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86" r:id="rId3"/>
    <p:sldId id="289" r:id="rId4"/>
    <p:sldId id="258" r:id="rId5"/>
    <p:sldId id="287" r:id="rId6"/>
    <p:sldId id="288" r:id="rId7"/>
    <p:sldId id="285" r:id="rId8"/>
  </p:sldIdLst>
  <p:sldSz cx="9144000" cy="5143500" type="screen16x9"/>
  <p:notesSz cx="6858000" cy="9144000"/>
  <p:embeddedFontLst>
    <p:embeddedFont>
      <p:font typeface="Varela Round" charset="-79"/>
      <p:regular r:id="rId10"/>
    </p:embeddedFont>
    <p:embeddedFont>
      <p:font typeface="Montserrat" charset="0"/>
      <p:regular r:id="rId11"/>
      <p:bold r:id="rId12"/>
      <p:italic r:id="rId13"/>
      <p:boldItalic r:id="rId14"/>
    </p:embeddedFont>
    <p:embeddedFont>
      <p:font typeface="Shadows Into Light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44F44BFF-A2AE-484A-B8A7-605E9E7F9F68}">
  <a:tblStyle styleId="{44F44BFF-A2AE-484A-B8A7-605E9E7F9F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892" y="9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2684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65a9b7b9e6_6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65a9b7b9e6_6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yellow" type="title">
  <p:cSld name="TITLE">
    <p:bg>
      <p:bgPr>
        <a:solidFill>
          <a:schemeClr val="accen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30650" y="1991813"/>
            <a:ext cx="5882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027950" y="517331"/>
            <a:ext cx="7088100" cy="6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3120675" y="1149938"/>
            <a:ext cx="3060325" cy="11494"/>
          </a:xfrm>
          <a:custGeom>
            <a:avLst/>
            <a:gdLst/>
            <a:ahLst/>
            <a:cxnLst/>
            <a:rect l="l" t="t" r="r" b="b"/>
            <a:pathLst>
              <a:path w="122413" h="613" extrusionOk="0">
                <a:moveTo>
                  <a:pt x="0" y="317"/>
                </a:moveTo>
                <a:cubicBezTo>
                  <a:pt x="40797" y="1117"/>
                  <a:pt x="81609" y="0"/>
                  <a:pt x="122413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" name="Google Shape;47;p8"/>
          <p:cNvSpPr/>
          <p:nvPr/>
        </p:nvSpPr>
        <p:spPr>
          <a:xfrm>
            <a:off x="3068250" y="1183294"/>
            <a:ext cx="3226850" cy="11906"/>
          </a:xfrm>
          <a:custGeom>
            <a:avLst/>
            <a:gdLst/>
            <a:ahLst/>
            <a:cxnLst/>
            <a:rect l="l" t="t" r="r" b="b"/>
            <a:pathLst>
              <a:path w="129074" h="635" extrusionOk="0">
                <a:moveTo>
                  <a:pt x="0" y="0"/>
                </a:moveTo>
                <a:cubicBezTo>
                  <a:pt x="43025" y="0"/>
                  <a:pt x="86049" y="635"/>
                  <a:pt x="129074" y="63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24550" y="593531"/>
            <a:ext cx="7547700" cy="6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70325" y="1438988"/>
            <a:ext cx="7056300" cy="30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arela Round"/>
              <a:buChar char="▧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○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■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●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○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■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●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○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■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ctrTitle"/>
          </p:nvPr>
        </p:nvSpPr>
        <p:spPr>
          <a:xfrm>
            <a:off x="1630650" y="1991813"/>
            <a:ext cx="5882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 err="1" smtClean="0"/>
              <a:t>TDMClassroom</a:t>
            </a:r>
            <a:endParaRPr dirty="0"/>
          </a:p>
        </p:txBody>
      </p:sp>
      <p:sp>
        <p:nvSpPr>
          <p:cNvPr id="59" name="Google Shape;59;p11"/>
          <p:cNvSpPr/>
          <p:nvPr/>
        </p:nvSpPr>
        <p:spPr>
          <a:xfrm rot="-3774511">
            <a:off x="2588275" y="1038066"/>
            <a:ext cx="316447" cy="1133981"/>
          </a:xfrm>
          <a:custGeom>
            <a:avLst/>
            <a:gdLst/>
            <a:ahLst/>
            <a:cxnLst/>
            <a:rect l="l" t="t" r="r" b="b"/>
            <a:pathLst>
              <a:path w="30959" h="89819" extrusionOk="0">
                <a:moveTo>
                  <a:pt x="0" y="0"/>
                </a:moveTo>
                <a:cubicBezTo>
                  <a:pt x="5134" y="6918"/>
                  <a:pt x="29561" y="26535"/>
                  <a:pt x="30804" y="41505"/>
                </a:cubicBezTo>
                <a:cubicBezTo>
                  <a:pt x="32047" y="56475"/>
                  <a:pt x="11349" y="81767"/>
                  <a:pt x="7458" y="89819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stealth" w="med" len="med"/>
          </a:ln>
        </p:spPr>
      </p:sp>
      <p:sp>
        <p:nvSpPr>
          <p:cNvPr id="60" name="Google Shape;60;p11"/>
          <p:cNvSpPr/>
          <p:nvPr/>
        </p:nvSpPr>
        <p:spPr>
          <a:xfrm>
            <a:off x="2496775" y="3413119"/>
            <a:ext cx="3153375" cy="25875"/>
          </a:xfrm>
          <a:custGeom>
            <a:avLst/>
            <a:gdLst/>
            <a:ahLst/>
            <a:cxnLst/>
            <a:rect l="l" t="t" r="r" b="b"/>
            <a:pathLst>
              <a:path w="126135" h="1380" extrusionOk="0">
                <a:moveTo>
                  <a:pt x="0" y="973"/>
                </a:moveTo>
                <a:cubicBezTo>
                  <a:pt x="29075" y="973"/>
                  <a:pt x="58158" y="273"/>
                  <a:pt x="87224" y="973"/>
                </a:cubicBezTo>
                <a:cubicBezTo>
                  <a:pt x="100195" y="1285"/>
                  <a:pt x="113312" y="1974"/>
                  <a:pt x="126135" y="0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Google Shape;61;p11"/>
          <p:cNvSpPr/>
          <p:nvPr/>
        </p:nvSpPr>
        <p:spPr>
          <a:xfrm>
            <a:off x="2423800" y="3448933"/>
            <a:ext cx="3177700" cy="31069"/>
          </a:xfrm>
          <a:custGeom>
            <a:avLst/>
            <a:gdLst/>
            <a:ahLst/>
            <a:cxnLst/>
            <a:rect l="l" t="t" r="r" b="b"/>
            <a:pathLst>
              <a:path w="127108" h="1657" extrusionOk="0">
                <a:moveTo>
                  <a:pt x="0" y="1657"/>
                </a:moveTo>
                <a:cubicBezTo>
                  <a:pt x="42250" y="-1532"/>
                  <a:pt x="84738" y="1008"/>
                  <a:pt x="127108" y="1008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62" name="Google Shape;62;p11"/>
          <p:cNvCxnSpPr/>
          <p:nvPr/>
        </p:nvCxnSpPr>
        <p:spPr>
          <a:xfrm rot="10800000" flipH="1">
            <a:off x="3927513" y="1508700"/>
            <a:ext cx="291900" cy="4071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stealth" w="med" len="med"/>
            <a:tailEnd type="none" w="med" len="med"/>
          </a:ln>
        </p:spPr>
      </p:cxnSp>
      <p:sp>
        <p:nvSpPr>
          <p:cNvPr id="63" name="Google Shape;63;p11"/>
          <p:cNvSpPr/>
          <p:nvPr/>
        </p:nvSpPr>
        <p:spPr>
          <a:xfrm>
            <a:off x="5064449" y="1836150"/>
            <a:ext cx="1233817" cy="768825"/>
          </a:xfrm>
          <a:custGeom>
            <a:avLst/>
            <a:gdLst/>
            <a:ahLst/>
            <a:cxnLst/>
            <a:rect l="l" t="t" r="r" b="b"/>
            <a:pathLst>
              <a:path w="53808" h="41004" extrusionOk="0">
                <a:moveTo>
                  <a:pt x="33350" y="2267"/>
                </a:moveTo>
                <a:cubicBezTo>
                  <a:pt x="29864" y="1271"/>
                  <a:pt x="26130" y="-694"/>
                  <a:pt x="22650" y="321"/>
                </a:cubicBezTo>
                <a:cubicBezTo>
                  <a:pt x="10877" y="3755"/>
                  <a:pt x="-4823" y="20013"/>
                  <a:pt x="1573" y="30477"/>
                </a:cubicBezTo>
                <a:cubicBezTo>
                  <a:pt x="7822" y="40701"/>
                  <a:pt x="25332" y="42678"/>
                  <a:pt x="36593" y="38583"/>
                </a:cubicBezTo>
                <a:cubicBezTo>
                  <a:pt x="46488" y="34985"/>
                  <a:pt x="56460" y="21659"/>
                  <a:pt x="53130" y="11670"/>
                </a:cubicBezTo>
                <a:cubicBezTo>
                  <a:pt x="49952" y="2137"/>
                  <a:pt x="34186" y="-1056"/>
                  <a:pt x="24595" y="1943"/>
                </a:cubicBezTo>
                <a:cubicBezTo>
                  <a:pt x="14087" y="5228"/>
                  <a:pt x="2158" y="13742"/>
                  <a:pt x="600" y="24641"/>
                </a:cubicBezTo>
                <a:cubicBezTo>
                  <a:pt x="-77" y="29379"/>
                  <a:pt x="2605" y="35237"/>
                  <a:pt x="6761" y="37611"/>
                </a:cubicBezTo>
                <a:cubicBezTo>
                  <a:pt x="15326" y="42505"/>
                  <a:pt x="29293" y="42316"/>
                  <a:pt x="36268" y="35341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AutoShape 2" descr="SUPTEM Tanger - 9rayti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899592" y="1923678"/>
            <a:ext cx="2358600" cy="2370600"/>
          </a:xfrm>
          <a:prstGeom prst="ellipse">
            <a:avLst/>
          </a:prstGeom>
          <a:solidFill>
            <a:srgbClr val="AACF20">
              <a:alpha val="74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App</a:t>
            </a:r>
            <a:endParaRPr sz="24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1027950" y="517331"/>
            <a:ext cx="7088100" cy="6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TDMClassroom</a:t>
            </a:r>
            <a:endParaRPr dirty="0"/>
          </a:p>
        </p:txBody>
      </p:sp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" name="Flèche courbée vers le bas 2"/>
          <p:cNvSpPr/>
          <p:nvPr/>
        </p:nvSpPr>
        <p:spPr>
          <a:xfrm>
            <a:off x="3326180" y="1308880"/>
            <a:ext cx="2736304" cy="10801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>
                <a:solidFill>
                  <a:schemeClr val="tx1"/>
                </a:solidFill>
              </a:rPr>
              <a:t>Write</a:t>
            </a:r>
            <a:endParaRPr lang="fr-CA" dirty="0" smtClean="0">
              <a:solidFill>
                <a:schemeClr val="tx1"/>
              </a:solidFill>
            </a:endParaRPr>
          </a:p>
          <a:p>
            <a:pPr algn="ctr"/>
            <a:r>
              <a:rPr lang="fr-CA" dirty="0" smtClean="0">
                <a:solidFill>
                  <a:schemeClr val="tx1"/>
                </a:solidFill>
              </a:rPr>
              <a:t>(SQL DML)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Flèche courbée vers le bas 10"/>
          <p:cNvSpPr/>
          <p:nvPr/>
        </p:nvSpPr>
        <p:spPr>
          <a:xfrm rot="10800000">
            <a:off x="3143997" y="3219822"/>
            <a:ext cx="2836640" cy="129614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55976" y="3542003"/>
            <a:ext cx="9909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chemeClr val="tx1"/>
                </a:solidFill>
              </a:rPr>
              <a:t>Read</a:t>
            </a:r>
          </a:p>
          <a:p>
            <a:r>
              <a:rPr lang="fr-CA" dirty="0" smtClean="0">
                <a:solidFill>
                  <a:schemeClr val="tx1"/>
                </a:solidFill>
              </a:rPr>
              <a:t>(SQL DIL)</a:t>
            </a:r>
            <a:endParaRPr lang="fr-FR" dirty="0"/>
          </a:p>
        </p:txBody>
      </p:sp>
      <p:sp>
        <p:nvSpPr>
          <p:cNvPr id="2" name="Cylindre 1"/>
          <p:cNvSpPr/>
          <p:nvPr/>
        </p:nvSpPr>
        <p:spPr>
          <a:xfrm>
            <a:off x="6228184" y="1995686"/>
            <a:ext cx="2160240" cy="2298592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/>
              <a:t>BDD</a:t>
            </a:r>
          </a:p>
          <a:p>
            <a:pPr algn="ctr"/>
            <a:endParaRPr lang="fr-CA" dirty="0" smtClean="0"/>
          </a:p>
          <a:p>
            <a:pPr algn="ctr"/>
            <a:endParaRPr lang="fr-FR" dirty="0"/>
          </a:p>
          <a:p>
            <a:pPr algn="ctr"/>
            <a:endParaRPr lang="fr-CA" dirty="0" smtClean="0"/>
          </a:p>
          <a:p>
            <a:pPr algn="ctr"/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879613"/>
              </p:ext>
            </p:extLst>
          </p:nvPr>
        </p:nvGraphicFramePr>
        <p:xfrm>
          <a:off x="6300194" y="3078498"/>
          <a:ext cx="2016223" cy="640080"/>
        </p:xfrm>
        <a:graphic>
          <a:graphicData uri="http://schemas.openxmlformats.org/drawingml/2006/table">
            <a:tbl>
              <a:tblPr firstRow="1" bandRow="1">
                <a:tableStyleId>{44F44BFF-A2AE-484A-B8A7-605E9E7F9F68}</a:tableStyleId>
              </a:tblPr>
              <a:tblGrid>
                <a:gridCol w="403243"/>
                <a:gridCol w="604868"/>
                <a:gridCol w="504056"/>
                <a:gridCol w="504056"/>
              </a:tblGrid>
              <a:tr h="335280">
                <a:tc>
                  <a:txBody>
                    <a:bodyPr/>
                    <a:lstStyle/>
                    <a:p>
                      <a:r>
                        <a:rPr lang="fr-CA" sz="800" dirty="0" smtClean="0"/>
                        <a:t>Nom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800" dirty="0" err="1" smtClean="0"/>
                        <a:t>Prenom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800" dirty="0" smtClean="0"/>
                        <a:t>ville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800" dirty="0" smtClean="0"/>
                        <a:t>photo</a:t>
                      </a:r>
                      <a:endParaRPr lang="fr-FR" sz="8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5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Table </a:t>
            </a:r>
            <a:r>
              <a:rPr lang="fr-CA" dirty="0" err="1" smtClean="0"/>
              <a:t>Student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547664" y="1563638"/>
            <a:ext cx="6696744" cy="2016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/>
              <a:t>Create</a:t>
            </a:r>
            <a:r>
              <a:rPr lang="fr-CA" dirty="0" smtClean="0"/>
              <a:t> table </a:t>
            </a:r>
            <a:r>
              <a:rPr lang="fr-CA" dirty="0" err="1" smtClean="0"/>
              <a:t>student</a:t>
            </a:r>
            <a:r>
              <a:rPr lang="fr-CA" dirty="0" smtClean="0"/>
              <a:t> (</a:t>
            </a:r>
            <a:r>
              <a:rPr lang="fr-CA" dirty="0" err="1" smtClean="0"/>
              <a:t>num</a:t>
            </a:r>
            <a:r>
              <a:rPr lang="fr-CA" dirty="0" smtClean="0"/>
              <a:t> </a:t>
            </a:r>
            <a:r>
              <a:rPr lang="fr-CA" dirty="0" err="1" smtClean="0"/>
              <a:t>int</a:t>
            </a:r>
            <a:r>
              <a:rPr lang="fr-CA" dirty="0" smtClean="0"/>
              <a:t> not </a:t>
            </a:r>
            <a:r>
              <a:rPr lang="fr-CA" dirty="0" err="1" smtClean="0"/>
              <a:t>null</a:t>
            </a:r>
            <a:r>
              <a:rPr lang="fr-CA" dirty="0" smtClean="0"/>
              <a:t> </a:t>
            </a:r>
            <a:r>
              <a:rPr lang="fr-CA" dirty="0" err="1" smtClean="0"/>
              <a:t>primary</a:t>
            </a:r>
            <a:r>
              <a:rPr lang="fr-CA" dirty="0" smtClean="0"/>
              <a:t> </a:t>
            </a:r>
            <a:r>
              <a:rPr lang="fr-CA" dirty="0" err="1" smtClean="0"/>
              <a:t>key</a:t>
            </a:r>
            <a:r>
              <a:rPr lang="fr-CA" dirty="0" smtClean="0"/>
              <a:t> </a:t>
            </a:r>
            <a:r>
              <a:rPr lang="fr-CA" dirty="0" err="1" smtClean="0"/>
              <a:t>auto_increment</a:t>
            </a:r>
            <a:r>
              <a:rPr lang="fr-CA" dirty="0" smtClean="0"/>
              <a:t>,</a:t>
            </a:r>
          </a:p>
          <a:p>
            <a:pPr algn="ctr"/>
            <a:r>
              <a:rPr lang="fr-CA" dirty="0" smtClean="0"/>
              <a:t>Nom </a:t>
            </a:r>
            <a:r>
              <a:rPr lang="fr-CA" dirty="0" err="1" smtClean="0"/>
              <a:t>varchar</a:t>
            </a:r>
            <a:r>
              <a:rPr lang="fr-CA" dirty="0" smtClean="0"/>
              <a:t>(22),</a:t>
            </a:r>
            <a:r>
              <a:rPr lang="fr-CA" dirty="0" err="1" smtClean="0"/>
              <a:t>prenom</a:t>
            </a:r>
            <a:r>
              <a:rPr lang="fr-CA" dirty="0" smtClean="0"/>
              <a:t> </a:t>
            </a:r>
            <a:r>
              <a:rPr lang="fr-CA" dirty="0" err="1" smtClean="0"/>
              <a:t>varchar</a:t>
            </a:r>
            <a:r>
              <a:rPr lang="fr-CA" dirty="0" smtClean="0"/>
              <a:t>(22),ville </a:t>
            </a:r>
            <a:r>
              <a:rPr lang="fr-CA" dirty="0" err="1" smtClean="0"/>
              <a:t>varchar</a:t>
            </a:r>
            <a:r>
              <a:rPr lang="fr-CA" dirty="0" smtClean="0"/>
              <a:t>(22), photo </a:t>
            </a:r>
            <a:r>
              <a:rPr lang="fr-CA" dirty="0" err="1" smtClean="0"/>
              <a:t>text</a:t>
            </a:r>
            <a:r>
              <a:rPr lang="fr-CA" dirty="0" smtClean="0"/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62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ctrTitle" idx="4294967295"/>
          </p:nvPr>
        </p:nvSpPr>
        <p:spPr>
          <a:xfrm>
            <a:off x="2843808" y="555526"/>
            <a:ext cx="6652794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6000" dirty="0" smtClean="0">
                <a:solidFill>
                  <a:schemeClr val="accent3"/>
                </a:solidFill>
              </a:rPr>
              <a:t>  accueil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" name="Google Shape;77;p1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7534"/>
            <a:ext cx="2160240" cy="1861540"/>
          </a:xfrm>
          <a:prstGeom prst="wedgeEllipseCallout">
            <a:avLst>
              <a:gd name="adj1" fmla="val 47110"/>
              <a:gd name="adj2" fmla="val 465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707654"/>
            <a:ext cx="4031481" cy="2873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ctrTitle" idx="4294967295"/>
          </p:nvPr>
        </p:nvSpPr>
        <p:spPr>
          <a:xfrm>
            <a:off x="3031774" y="983869"/>
            <a:ext cx="4961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9600" dirty="0" smtClean="0">
                <a:solidFill>
                  <a:schemeClr val="accent3"/>
                </a:solidFill>
              </a:rPr>
              <a:t>Nouveau</a:t>
            </a:r>
            <a:endParaRPr sz="9600" dirty="0">
              <a:solidFill>
                <a:schemeClr val="accent3"/>
              </a:solidFill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7" name="Google Shape;77;p1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7534"/>
            <a:ext cx="2160240" cy="1861540"/>
          </a:xfrm>
          <a:prstGeom prst="wedgeEllipseCallout">
            <a:avLst>
              <a:gd name="adj1" fmla="val 47110"/>
              <a:gd name="adj2" fmla="val 465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707653"/>
            <a:ext cx="3960440" cy="293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829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ctrTitle" idx="4294967295"/>
          </p:nvPr>
        </p:nvSpPr>
        <p:spPr>
          <a:xfrm>
            <a:off x="3031774" y="983869"/>
            <a:ext cx="535665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9600" dirty="0" smtClean="0">
                <a:solidFill>
                  <a:schemeClr val="accent3"/>
                </a:solidFill>
              </a:rPr>
              <a:t>Recherche</a:t>
            </a:r>
            <a:endParaRPr sz="9600" dirty="0">
              <a:solidFill>
                <a:schemeClr val="accent3"/>
              </a:solidFill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7" name="Google Shape;77;p1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7534"/>
            <a:ext cx="2160240" cy="1861540"/>
          </a:xfrm>
          <a:prstGeom prst="wedgeEllipseCallout">
            <a:avLst>
              <a:gd name="adj1" fmla="val 47110"/>
              <a:gd name="adj2" fmla="val 465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923678"/>
            <a:ext cx="4538464" cy="278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235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fr-FR" sz="1800" dirty="0"/>
              <a:t>barème</a:t>
            </a:r>
            <a:endParaRPr sz="18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66" name="Google Shape;866;p4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sp>
          <p:nvSpPr>
            <p:cNvPr id="868" name="Google Shape;868;p40"/>
            <p:cNvSpPr txBox="1"/>
            <p:nvPr/>
          </p:nvSpPr>
          <p:spPr>
            <a:xfrm>
              <a:off x="4845759" y="3469450"/>
              <a:ext cx="16959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smtClean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SEARCH(10pts)</a:t>
              </a:r>
              <a:endParaRPr sz="1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1" name="Google Shape;871;p40"/>
            <p:cNvSpPr txBox="1"/>
            <p:nvPr/>
          </p:nvSpPr>
          <p:spPr>
            <a:xfrm>
              <a:off x="2823442" y="3469450"/>
              <a:ext cx="16959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smtClean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SAVE(5pst)</a:t>
              </a:r>
              <a:endParaRPr sz="1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73" name="Google Shape;873;p4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874" name="Google Shape;874;p4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smtClean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Total (20pts)</a:t>
                </a:r>
                <a:endParaRPr sz="12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75" name="Google Shape;875;p4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876" name="Google Shape;876;p4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877" name="Google Shape;877;p4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smtClean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ACC (5pts)</a:t>
                </a:r>
                <a:endParaRPr sz="12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78" name="Google Shape;878;p4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8" name="Google Shape;878;p40"/>
          <p:cNvSpPr/>
          <p:nvPr/>
        </p:nvSpPr>
        <p:spPr>
          <a:xfrm>
            <a:off x="3447527" y="3273718"/>
            <a:ext cx="226629" cy="180627"/>
          </a:xfrm>
          <a:custGeom>
            <a:avLst/>
            <a:gdLst/>
            <a:ahLst/>
            <a:cxnLst/>
            <a:rect l="l" t="t" r="r" b="b"/>
            <a:pathLst>
              <a:path w="7439" h="5929" extrusionOk="0">
                <a:moveTo>
                  <a:pt x="5947" y="728"/>
                </a:moveTo>
                <a:lnTo>
                  <a:pt x="5947" y="3710"/>
                </a:lnTo>
                <a:lnTo>
                  <a:pt x="1492" y="3710"/>
                </a:lnTo>
                <a:lnTo>
                  <a:pt x="1492" y="728"/>
                </a:lnTo>
                <a:close/>
                <a:moveTo>
                  <a:pt x="1194" y="1"/>
                </a:moveTo>
                <a:lnTo>
                  <a:pt x="1101" y="38"/>
                </a:lnTo>
                <a:lnTo>
                  <a:pt x="989" y="94"/>
                </a:lnTo>
                <a:lnTo>
                  <a:pt x="914" y="150"/>
                </a:lnTo>
                <a:lnTo>
                  <a:pt x="840" y="243"/>
                </a:lnTo>
                <a:lnTo>
                  <a:pt x="802" y="336"/>
                </a:lnTo>
                <a:lnTo>
                  <a:pt x="765" y="430"/>
                </a:lnTo>
                <a:lnTo>
                  <a:pt x="746" y="542"/>
                </a:lnTo>
                <a:lnTo>
                  <a:pt x="746" y="4437"/>
                </a:lnTo>
                <a:lnTo>
                  <a:pt x="6693" y="4437"/>
                </a:lnTo>
                <a:lnTo>
                  <a:pt x="6693" y="542"/>
                </a:lnTo>
                <a:lnTo>
                  <a:pt x="6674" y="430"/>
                </a:lnTo>
                <a:lnTo>
                  <a:pt x="6655" y="336"/>
                </a:lnTo>
                <a:lnTo>
                  <a:pt x="6599" y="243"/>
                </a:lnTo>
                <a:lnTo>
                  <a:pt x="6525" y="150"/>
                </a:lnTo>
                <a:lnTo>
                  <a:pt x="6450" y="94"/>
                </a:lnTo>
                <a:lnTo>
                  <a:pt x="6357" y="38"/>
                </a:lnTo>
                <a:lnTo>
                  <a:pt x="6245" y="1"/>
                </a:lnTo>
                <a:close/>
                <a:moveTo>
                  <a:pt x="187" y="4810"/>
                </a:moveTo>
                <a:lnTo>
                  <a:pt x="131" y="4829"/>
                </a:lnTo>
                <a:lnTo>
                  <a:pt x="57" y="4866"/>
                </a:lnTo>
                <a:lnTo>
                  <a:pt x="20" y="4941"/>
                </a:lnTo>
                <a:lnTo>
                  <a:pt x="1" y="4996"/>
                </a:lnTo>
                <a:lnTo>
                  <a:pt x="1" y="5183"/>
                </a:lnTo>
                <a:lnTo>
                  <a:pt x="20" y="5332"/>
                </a:lnTo>
                <a:lnTo>
                  <a:pt x="75" y="5481"/>
                </a:lnTo>
                <a:lnTo>
                  <a:pt x="131" y="5612"/>
                </a:lnTo>
                <a:lnTo>
                  <a:pt x="225" y="5705"/>
                </a:lnTo>
                <a:lnTo>
                  <a:pt x="336" y="5798"/>
                </a:lnTo>
                <a:lnTo>
                  <a:pt x="467" y="5873"/>
                </a:lnTo>
                <a:lnTo>
                  <a:pt x="597" y="5910"/>
                </a:lnTo>
                <a:lnTo>
                  <a:pt x="746" y="5928"/>
                </a:lnTo>
                <a:lnTo>
                  <a:pt x="6693" y="5928"/>
                </a:lnTo>
                <a:lnTo>
                  <a:pt x="6842" y="5910"/>
                </a:lnTo>
                <a:lnTo>
                  <a:pt x="6972" y="5873"/>
                </a:lnTo>
                <a:lnTo>
                  <a:pt x="7103" y="5798"/>
                </a:lnTo>
                <a:lnTo>
                  <a:pt x="7214" y="5705"/>
                </a:lnTo>
                <a:lnTo>
                  <a:pt x="7308" y="5612"/>
                </a:lnTo>
                <a:lnTo>
                  <a:pt x="7382" y="5481"/>
                </a:lnTo>
                <a:lnTo>
                  <a:pt x="7420" y="5332"/>
                </a:lnTo>
                <a:lnTo>
                  <a:pt x="7438" y="5183"/>
                </a:lnTo>
                <a:lnTo>
                  <a:pt x="7438" y="4996"/>
                </a:lnTo>
                <a:lnTo>
                  <a:pt x="7420" y="4941"/>
                </a:lnTo>
                <a:lnTo>
                  <a:pt x="7382" y="4866"/>
                </a:lnTo>
                <a:lnTo>
                  <a:pt x="7326" y="4829"/>
                </a:lnTo>
                <a:lnTo>
                  <a:pt x="7252" y="4810"/>
                </a:lnTo>
                <a:lnTo>
                  <a:pt x="4437" y="4810"/>
                </a:lnTo>
                <a:lnTo>
                  <a:pt x="4419" y="4903"/>
                </a:lnTo>
                <a:lnTo>
                  <a:pt x="4400" y="4978"/>
                </a:lnTo>
                <a:lnTo>
                  <a:pt x="4363" y="5034"/>
                </a:lnTo>
                <a:lnTo>
                  <a:pt x="4325" y="5090"/>
                </a:lnTo>
                <a:lnTo>
                  <a:pt x="4269" y="5127"/>
                </a:lnTo>
                <a:lnTo>
                  <a:pt x="4195" y="5164"/>
                </a:lnTo>
                <a:lnTo>
                  <a:pt x="4139" y="5183"/>
                </a:lnTo>
                <a:lnTo>
                  <a:pt x="3263" y="5183"/>
                </a:lnTo>
                <a:lnTo>
                  <a:pt x="3207" y="5146"/>
                </a:lnTo>
                <a:lnTo>
                  <a:pt x="3132" y="5108"/>
                </a:lnTo>
                <a:lnTo>
                  <a:pt x="3076" y="5071"/>
                </a:lnTo>
                <a:lnTo>
                  <a:pt x="3039" y="5015"/>
                </a:lnTo>
                <a:lnTo>
                  <a:pt x="3002" y="4941"/>
                </a:lnTo>
                <a:lnTo>
                  <a:pt x="2983" y="4885"/>
                </a:lnTo>
                <a:lnTo>
                  <a:pt x="2965" y="48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9" name="Google Shape;878;p40"/>
          <p:cNvSpPr/>
          <p:nvPr/>
        </p:nvSpPr>
        <p:spPr>
          <a:xfrm>
            <a:off x="5356530" y="3203314"/>
            <a:ext cx="226629" cy="180627"/>
          </a:xfrm>
          <a:custGeom>
            <a:avLst/>
            <a:gdLst/>
            <a:ahLst/>
            <a:cxnLst/>
            <a:rect l="l" t="t" r="r" b="b"/>
            <a:pathLst>
              <a:path w="7439" h="5929" extrusionOk="0">
                <a:moveTo>
                  <a:pt x="5947" y="728"/>
                </a:moveTo>
                <a:lnTo>
                  <a:pt x="5947" y="3710"/>
                </a:lnTo>
                <a:lnTo>
                  <a:pt x="1492" y="3710"/>
                </a:lnTo>
                <a:lnTo>
                  <a:pt x="1492" y="728"/>
                </a:lnTo>
                <a:close/>
                <a:moveTo>
                  <a:pt x="1194" y="1"/>
                </a:moveTo>
                <a:lnTo>
                  <a:pt x="1101" y="38"/>
                </a:lnTo>
                <a:lnTo>
                  <a:pt x="989" y="94"/>
                </a:lnTo>
                <a:lnTo>
                  <a:pt x="914" y="150"/>
                </a:lnTo>
                <a:lnTo>
                  <a:pt x="840" y="243"/>
                </a:lnTo>
                <a:lnTo>
                  <a:pt x="802" y="336"/>
                </a:lnTo>
                <a:lnTo>
                  <a:pt x="765" y="430"/>
                </a:lnTo>
                <a:lnTo>
                  <a:pt x="746" y="542"/>
                </a:lnTo>
                <a:lnTo>
                  <a:pt x="746" y="4437"/>
                </a:lnTo>
                <a:lnTo>
                  <a:pt x="6693" y="4437"/>
                </a:lnTo>
                <a:lnTo>
                  <a:pt x="6693" y="542"/>
                </a:lnTo>
                <a:lnTo>
                  <a:pt x="6674" y="430"/>
                </a:lnTo>
                <a:lnTo>
                  <a:pt x="6655" y="336"/>
                </a:lnTo>
                <a:lnTo>
                  <a:pt x="6599" y="243"/>
                </a:lnTo>
                <a:lnTo>
                  <a:pt x="6525" y="150"/>
                </a:lnTo>
                <a:lnTo>
                  <a:pt x="6450" y="94"/>
                </a:lnTo>
                <a:lnTo>
                  <a:pt x="6357" y="38"/>
                </a:lnTo>
                <a:lnTo>
                  <a:pt x="6245" y="1"/>
                </a:lnTo>
                <a:close/>
                <a:moveTo>
                  <a:pt x="187" y="4810"/>
                </a:moveTo>
                <a:lnTo>
                  <a:pt x="131" y="4829"/>
                </a:lnTo>
                <a:lnTo>
                  <a:pt x="57" y="4866"/>
                </a:lnTo>
                <a:lnTo>
                  <a:pt x="20" y="4941"/>
                </a:lnTo>
                <a:lnTo>
                  <a:pt x="1" y="4996"/>
                </a:lnTo>
                <a:lnTo>
                  <a:pt x="1" y="5183"/>
                </a:lnTo>
                <a:lnTo>
                  <a:pt x="20" y="5332"/>
                </a:lnTo>
                <a:lnTo>
                  <a:pt x="75" y="5481"/>
                </a:lnTo>
                <a:lnTo>
                  <a:pt x="131" y="5612"/>
                </a:lnTo>
                <a:lnTo>
                  <a:pt x="225" y="5705"/>
                </a:lnTo>
                <a:lnTo>
                  <a:pt x="336" y="5798"/>
                </a:lnTo>
                <a:lnTo>
                  <a:pt x="467" y="5873"/>
                </a:lnTo>
                <a:lnTo>
                  <a:pt x="597" y="5910"/>
                </a:lnTo>
                <a:lnTo>
                  <a:pt x="746" y="5928"/>
                </a:lnTo>
                <a:lnTo>
                  <a:pt x="6693" y="5928"/>
                </a:lnTo>
                <a:lnTo>
                  <a:pt x="6842" y="5910"/>
                </a:lnTo>
                <a:lnTo>
                  <a:pt x="6972" y="5873"/>
                </a:lnTo>
                <a:lnTo>
                  <a:pt x="7103" y="5798"/>
                </a:lnTo>
                <a:lnTo>
                  <a:pt x="7214" y="5705"/>
                </a:lnTo>
                <a:lnTo>
                  <a:pt x="7308" y="5612"/>
                </a:lnTo>
                <a:lnTo>
                  <a:pt x="7382" y="5481"/>
                </a:lnTo>
                <a:lnTo>
                  <a:pt x="7420" y="5332"/>
                </a:lnTo>
                <a:lnTo>
                  <a:pt x="7438" y="5183"/>
                </a:lnTo>
                <a:lnTo>
                  <a:pt x="7438" y="4996"/>
                </a:lnTo>
                <a:lnTo>
                  <a:pt x="7420" y="4941"/>
                </a:lnTo>
                <a:lnTo>
                  <a:pt x="7382" y="4866"/>
                </a:lnTo>
                <a:lnTo>
                  <a:pt x="7326" y="4829"/>
                </a:lnTo>
                <a:lnTo>
                  <a:pt x="7252" y="4810"/>
                </a:lnTo>
                <a:lnTo>
                  <a:pt x="4437" y="4810"/>
                </a:lnTo>
                <a:lnTo>
                  <a:pt x="4419" y="4903"/>
                </a:lnTo>
                <a:lnTo>
                  <a:pt x="4400" y="4978"/>
                </a:lnTo>
                <a:lnTo>
                  <a:pt x="4363" y="5034"/>
                </a:lnTo>
                <a:lnTo>
                  <a:pt x="4325" y="5090"/>
                </a:lnTo>
                <a:lnTo>
                  <a:pt x="4269" y="5127"/>
                </a:lnTo>
                <a:lnTo>
                  <a:pt x="4195" y="5164"/>
                </a:lnTo>
                <a:lnTo>
                  <a:pt x="4139" y="5183"/>
                </a:lnTo>
                <a:lnTo>
                  <a:pt x="3263" y="5183"/>
                </a:lnTo>
                <a:lnTo>
                  <a:pt x="3207" y="5146"/>
                </a:lnTo>
                <a:lnTo>
                  <a:pt x="3132" y="5108"/>
                </a:lnTo>
                <a:lnTo>
                  <a:pt x="3076" y="5071"/>
                </a:lnTo>
                <a:lnTo>
                  <a:pt x="3039" y="5015"/>
                </a:lnTo>
                <a:lnTo>
                  <a:pt x="3002" y="4941"/>
                </a:lnTo>
                <a:lnTo>
                  <a:pt x="2983" y="4885"/>
                </a:lnTo>
                <a:lnTo>
                  <a:pt x="2965" y="48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nculo template">
  <a:themeElements>
    <a:clrScheme name="Custom 347">
      <a:dk1>
        <a:srgbClr val="505670"/>
      </a:dk1>
      <a:lt1>
        <a:srgbClr val="FFFFFF"/>
      </a:lt1>
      <a:dk2>
        <a:srgbClr val="979CB8"/>
      </a:dk2>
      <a:lt2>
        <a:srgbClr val="EFF0F4"/>
      </a:lt2>
      <a:accent1>
        <a:srgbClr val="F9AC08"/>
      </a:accent1>
      <a:accent2>
        <a:srgbClr val="C48706"/>
      </a:accent2>
      <a:accent3>
        <a:srgbClr val="01ABCF"/>
      </a:accent3>
      <a:accent4>
        <a:srgbClr val="00839F"/>
      </a:accent4>
      <a:accent5>
        <a:srgbClr val="AACF20"/>
      </a:accent5>
      <a:accent6>
        <a:srgbClr val="EA3A68"/>
      </a:accent6>
      <a:hlink>
        <a:srgbClr val="50567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66</Words>
  <Application>Microsoft Office PowerPoint</Application>
  <PresentationFormat>Affichage à l'écran (16:9)</PresentationFormat>
  <Paragraphs>30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Varela Round</vt:lpstr>
      <vt:lpstr>Montserrat</vt:lpstr>
      <vt:lpstr>Shadows Into Light</vt:lpstr>
      <vt:lpstr>Trinculo template</vt:lpstr>
      <vt:lpstr>TDMClassroom</vt:lpstr>
      <vt:lpstr>TDMClassroom</vt:lpstr>
      <vt:lpstr>Table Student</vt:lpstr>
      <vt:lpstr>  accueil</vt:lpstr>
      <vt:lpstr>Nouveau</vt:lpstr>
      <vt:lpstr>Recherche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Contrôle continu Suptem-Tanger(3GI)</dc:title>
  <dc:creator>Admin</dc:creator>
  <cp:lastModifiedBy>Admin</cp:lastModifiedBy>
  <cp:revision>19</cp:revision>
  <dcterms:modified xsi:type="dcterms:W3CDTF">2021-02-15T09:54:18Z</dcterms:modified>
</cp:coreProperties>
</file>