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6" r:id="rId1"/>
  </p:sldMasterIdLst>
  <p:notesMasterIdLst>
    <p:notesMasterId r:id="rId29"/>
  </p:notesMasterIdLst>
  <p:sldIdLst>
    <p:sldId id="404" r:id="rId2"/>
    <p:sldId id="523" r:id="rId3"/>
    <p:sldId id="405" r:id="rId4"/>
    <p:sldId id="419" r:id="rId5"/>
    <p:sldId id="406" r:id="rId6"/>
    <p:sldId id="417" r:id="rId7"/>
    <p:sldId id="460" r:id="rId8"/>
    <p:sldId id="461" r:id="rId9"/>
    <p:sldId id="462" r:id="rId10"/>
    <p:sldId id="458" r:id="rId11"/>
    <p:sldId id="459" r:id="rId12"/>
    <p:sldId id="463" r:id="rId13"/>
    <p:sldId id="464" r:id="rId14"/>
    <p:sldId id="465" r:id="rId15"/>
    <p:sldId id="466" r:id="rId16"/>
    <p:sldId id="467" r:id="rId17"/>
    <p:sldId id="418" r:id="rId18"/>
    <p:sldId id="469" r:id="rId19"/>
    <p:sldId id="468" r:id="rId20"/>
    <p:sldId id="420" r:id="rId21"/>
    <p:sldId id="421" r:id="rId22"/>
    <p:sldId id="422" r:id="rId23"/>
    <p:sldId id="423" r:id="rId24"/>
    <p:sldId id="424" r:id="rId25"/>
    <p:sldId id="524" r:id="rId26"/>
    <p:sldId id="525" r:id="rId27"/>
    <p:sldId id="526" r:id="rId28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68F92C1A-D60C-4CB4-9138-7584F19E9DF7}">
          <p14:sldIdLst>
            <p14:sldId id="404"/>
            <p14:sldId id="523"/>
            <p14:sldId id="405"/>
            <p14:sldId id="419"/>
            <p14:sldId id="406"/>
            <p14:sldId id="417"/>
            <p14:sldId id="460"/>
            <p14:sldId id="461"/>
            <p14:sldId id="462"/>
            <p14:sldId id="458"/>
            <p14:sldId id="459"/>
            <p14:sldId id="463"/>
            <p14:sldId id="464"/>
            <p14:sldId id="465"/>
            <p14:sldId id="466"/>
            <p14:sldId id="467"/>
            <p14:sldId id="418"/>
            <p14:sldId id="469"/>
            <p14:sldId id="468"/>
            <p14:sldId id="420"/>
            <p14:sldId id="421"/>
            <p14:sldId id="422"/>
            <p14:sldId id="423"/>
            <p14:sldId id="424"/>
            <p14:sldId id="524"/>
            <p14:sldId id="525"/>
            <p14:sldId id="52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4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8E23D1E-64D2-460A-9B32-68D19D8A6D8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30346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ctangle à coins arrondi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Modifiez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52A779B-25ED-4EB8-A9DF-40B14511DE92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ctangle à coins arrondi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A9288C6A-816D-4315-ABEC-F927C9FE9EDB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44869E-E76C-473A-9F69-CC8C587764DD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1038DB-4641-4710-B87C-10B3F046BEF7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AE4D1E-9A57-4724-88C0-7A69C2163C5C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A802A2-F6F2-40FB-A1A0-19ABC3B267FE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ctangle à coins arrondi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3226F2-908D-4C6B-8025-1B5E108D524D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A9BF726A-2A4C-4C9A-BE27-7764A1AFD8ED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2C4745-C549-4AFC-948C-68B2DA741AE5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6C2754-0A89-4072-93A2-50A9E647AD2C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 smtClean="0"/>
              <a:t>Modifiez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75325BD7-B71C-4933-ADA9-92F09BC10A74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Atelier 14 </a:t>
            </a:r>
            <a:r>
              <a:rPr lang="fr-FR" dirty="0" err="1" smtClean="0"/>
              <a:t>Burger_Code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</a:t>
            </a:fld>
            <a:endParaRPr lang="fr-F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10" y="1772816"/>
            <a:ext cx="6866334" cy="4665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Base de données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</a:t>
            </a:fld>
            <a:endParaRPr lang="fr-F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988840"/>
            <a:ext cx="4464496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9037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Diagramme use case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2025" y="1314450"/>
            <a:ext cx="7219950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Ellipse 4"/>
          <p:cNvSpPr/>
          <p:nvPr/>
        </p:nvSpPr>
        <p:spPr>
          <a:xfrm>
            <a:off x="6500826" y="4214818"/>
            <a:ext cx="2286016" cy="78581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-commande en ligne</a:t>
            </a:r>
            <a:endParaRPr lang="fr-F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Connecteur droit 6"/>
          <p:cNvCxnSpPr/>
          <p:nvPr/>
        </p:nvCxnSpPr>
        <p:spPr>
          <a:xfrm>
            <a:off x="5929322" y="4286256"/>
            <a:ext cx="28575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286512" y="4286256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/>
          <p:nvPr/>
        </p:nvCxnSpPr>
        <p:spPr>
          <a:xfrm>
            <a:off x="6643702" y="4286256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929322" y="3857628"/>
            <a:ext cx="857256" cy="3571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extends</a:t>
            </a:r>
            <a:endParaRPr lang="fr-FR" dirty="0">
              <a:solidFill>
                <a:schemeClr val="tx1"/>
              </a:solidFill>
            </a:endParaRPr>
          </a:p>
        </p:txBody>
      </p:sp>
      <p:cxnSp>
        <p:nvCxnSpPr>
          <p:cNvPr id="17" name="Connecteur droit 16"/>
          <p:cNvCxnSpPr/>
          <p:nvPr/>
        </p:nvCxnSpPr>
        <p:spPr>
          <a:xfrm rot="10800000">
            <a:off x="6858016" y="5000636"/>
            <a:ext cx="14287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 rot="10800000">
            <a:off x="6572265" y="5000636"/>
            <a:ext cx="14287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 rot="10800000">
            <a:off x="6286513" y="5000636"/>
            <a:ext cx="14287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/>
          <p:nvPr/>
        </p:nvCxnSpPr>
        <p:spPr>
          <a:xfrm rot="10800000">
            <a:off x="6000760" y="5000636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lipse 25"/>
          <p:cNvSpPr/>
          <p:nvPr/>
        </p:nvSpPr>
        <p:spPr>
          <a:xfrm>
            <a:off x="3500430" y="3143248"/>
            <a:ext cx="2357454" cy="78581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Gestion des </a:t>
            </a:r>
            <a:r>
              <a:rPr lang="fr-FR" dirty="0" err="1" smtClean="0">
                <a:solidFill>
                  <a:schemeClr val="tx1"/>
                </a:solidFill>
              </a:rPr>
              <a:t>Categories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643702" y="5072074"/>
            <a:ext cx="857256" cy="3571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include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3786182" y="4929198"/>
            <a:ext cx="2357454" cy="78581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Authentification</a:t>
            </a:r>
            <a:endParaRPr lang="fr-FR" dirty="0">
              <a:solidFill>
                <a:schemeClr val="tx1"/>
              </a:solidFill>
            </a:endParaRPr>
          </a:p>
        </p:txBody>
      </p:sp>
      <p:cxnSp>
        <p:nvCxnSpPr>
          <p:cNvPr id="19" name="Connecteur droit 18"/>
          <p:cNvCxnSpPr/>
          <p:nvPr/>
        </p:nvCxnSpPr>
        <p:spPr>
          <a:xfrm>
            <a:off x="2143108" y="2857496"/>
            <a:ext cx="1214446" cy="571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715008" y="2857496"/>
            <a:ext cx="857256" cy="3571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include</a:t>
            </a:r>
            <a:endParaRPr lang="fr-FR" dirty="0">
              <a:solidFill>
                <a:schemeClr val="tx1"/>
              </a:solidFill>
            </a:endParaRPr>
          </a:p>
        </p:txBody>
      </p:sp>
      <p:cxnSp>
        <p:nvCxnSpPr>
          <p:cNvPr id="22" name="Connecteur droit 21"/>
          <p:cNvCxnSpPr/>
          <p:nvPr/>
        </p:nvCxnSpPr>
        <p:spPr>
          <a:xfrm flipV="1">
            <a:off x="5786446" y="3286124"/>
            <a:ext cx="642942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 flipV="1">
            <a:off x="6572264" y="3214686"/>
            <a:ext cx="285752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/>
          <p:cNvCxnSpPr/>
          <p:nvPr/>
        </p:nvCxnSpPr>
        <p:spPr>
          <a:xfrm flipV="1">
            <a:off x="6929454" y="3071810"/>
            <a:ext cx="285752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85786" y="3143248"/>
            <a:ext cx="7772400" cy="1143000"/>
          </a:xfrm>
        </p:spPr>
        <p:txBody>
          <a:bodyPr/>
          <a:lstStyle/>
          <a:p>
            <a:r>
              <a:rPr lang="fr-FR" sz="6600" dirty="0" smtClean="0"/>
              <a:t>Visiteur</a:t>
            </a:r>
            <a:endParaRPr lang="fr-FR" sz="6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4</a:t>
            </a:fld>
            <a:endParaRPr lang="fr-F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785794"/>
            <a:ext cx="2143140" cy="2400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571472" y="214290"/>
            <a:ext cx="7772400" cy="1143000"/>
          </a:xfrm>
        </p:spPr>
        <p:txBody>
          <a:bodyPr/>
          <a:lstStyle/>
          <a:p>
            <a:r>
              <a:rPr lang="fr-FR" dirty="0" smtClean="0"/>
              <a:t>Acc.php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5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571612"/>
            <a:ext cx="7729562" cy="4600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214678" y="928670"/>
            <a:ext cx="25474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&lt;</a:t>
            </a:r>
            <a:r>
              <a:rPr lang="fr-FR" dirty="0" err="1" smtClean="0"/>
              <a:t>meta</a:t>
            </a:r>
            <a:r>
              <a:rPr lang="fr-FR" dirty="0" smtClean="0"/>
              <a:t> </a:t>
            </a:r>
            <a:r>
              <a:rPr lang="fr-FR" dirty="0" err="1" smtClean="0"/>
              <a:t>charset</a:t>
            </a:r>
            <a:r>
              <a:rPr lang="fr-FR" dirty="0" smtClean="0"/>
              <a:t>="</a:t>
            </a:r>
            <a:r>
              <a:rPr lang="fr-FR" dirty="0" err="1" smtClean="0"/>
              <a:t>utf</a:t>
            </a:r>
            <a:r>
              <a:rPr lang="fr-FR" dirty="0" smtClean="0"/>
              <a:t>-8"&gt;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Menu.php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6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500174"/>
            <a:ext cx="7043756" cy="5060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Integrer</a:t>
            </a:r>
            <a:r>
              <a:rPr lang="fr-FR" dirty="0" smtClean="0"/>
              <a:t> le plugin </a:t>
            </a:r>
            <a:r>
              <a:rPr lang="fr-FR" dirty="0" err="1" smtClean="0"/>
              <a:t>jquery</a:t>
            </a:r>
            <a:r>
              <a:rPr lang="fr-FR" dirty="0" smtClean="0"/>
              <a:t>(</a:t>
            </a:r>
            <a:r>
              <a:rPr lang="fr-FR" dirty="0" err="1" smtClean="0"/>
              <a:t>Zoombox</a:t>
            </a:r>
            <a:r>
              <a:rPr lang="fr-FR" dirty="0" smtClean="0"/>
              <a:t>)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7</a:t>
            </a:fld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571612"/>
            <a:ext cx="7358082" cy="4651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Login.php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8</a:t>
            </a:fld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643050"/>
            <a:ext cx="7091382" cy="4913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Inscription.php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9</a:t>
            </a:fld>
            <a:endParaRPr lang="fr-F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6426" y="1428736"/>
            <a:ext cx="7686102" cy="5053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214290"/>
            <a:ext cx="7772400" cy="1143000"/>
          </a:xfrm>
        </p:spPr>
        <p:txBody>
          <a:bodyPr/>
          <a:lstStyle/>
          <a:p>
            <a:r>
              <a:rPr lang="fr-FR" dirty="0" smtClean="0"/>
              <a:t>Gestion du Panier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10</a:t>
            </a:fld>
            <a:endParaRPr lang="fr-F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428736"/>
            <a:ext cx="7534297" cy="518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11</a:t>
            </a:fld>
            <a:endParaRPr lang="fr-FR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785926"/>
            <a:ext cx="8609911" cy="4167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12</a:t>
            </a:fld>
            <a:endParaRPr lang="fr-FR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1643050"/>
            <a:ext cx="7086620" cy="4939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Transaction valider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13</a:t>
            </a:fld>
            <a:endParaRPr lang="fr-FR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 bwMode="auto">
          <a:xfrm>
            <a:off x="1714500" y="2870200"/>
            <a:ext cx="6172200" cy="172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HTML2PDF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14</a:t>
            </a:fld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 smtClean="0"/>
          </a:p>
          <a:p>
            <a:r>
              <a:rPr lang="fr-FR" sz="4000" dirty="0" smtClean="0"/>
              <a:t>Une librairie qui permet de générer des fichier PDF.</a:t>
            </a:r>
            <a:endParaRPr lang="fr-FR" sz="4000" dirty="0"/>
          </a:p>
        </p:txBody>
      </p:sp>
      <p:sp>
        <p:nvSpPr>
          <p:cNvPr id="5" name="Rectangle 4"/>
          <p:cNvSpPr/>
          <p:nvPr/>
        </p:nvSpPr>
        <p:spPr>
          <a:xfrm>
            <a:off x="2286000" y="31058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15</a:t>
            </a:fld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872442" cy="4910158"/>
          </a:xfrm>
        </p:spPr>
        <p:txBody>
          <a:bodyPr/>
          <a:lstStyle/>
          <a:p>
            <a:r>
              <a:rPr lang="fr-FR" dirty="0" smtClean="0"/>
              <a:t>1- importer le dossier HTML2PDF</a:t>
            </a:r>
          </a:p>
          <a:p>
            <a:pPr>
              <a:buNone/>
            </a:pPr>
            <a:r>
              <a:rPr lang="fr-FR" dirty="0" smtClean="0"/>
              <a:t> dans le dossier source de votre projet.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dirty="0" err="1" smtClean="0"/>
              <a:t>include</a:t>
            </a:r>
            <a:r>
              <a:rPr lang="fr-FR" dirty="0" smtClean="0"/>
              <a:t>('html2pdf/</a:t>
            </a:r>
            <a:r>
              <a:rPr lang="fr-FR" dirty="0" err="1" smtClean="0"/>
              <a:t>html2pdf.class</a:t>
            </a:r>
            <a:r>
              <a:rPr lang="fr-FR" dirty="0" smtClean="0"/>
              <a:t>.</a:t>
            </a:r>
            <a:r>
              <a:rPr lang="fr-FR" dirty="0" err="1" smtClean="0"/>
              <a:t>php</a:t>
            </a:r>
            <a:r>
              <a:rPr lang="fr-FR" dirty="0" smtClean="0"/>
              <a:t>');</a:t>
            </a:r>
          </a:p>
          <a:p>
            <a:pPr>
              <a:buNone/>
            </a:pPr>
            <a:r>
              <a:rPr lang="fr-FR" dirty="0" smtClean="0"/>
              <a:t>2- </a:t>
            </a:r>
            <a:r>
              <a:rPr lang="fr-FR" dirty="0" err="1" smtClean="0"/>
              <a:t>ob_start</a:t>
            </a:r>
            <a:r>
              <a:rPr lang="fr-FR" dirty="0" smtClean="0"/>
              <a:t>();   // </a:t>
            </a:r>
            <a:r>
              <a:rPr lang="fr-FR" dirty="0" err="1" smtClean="0"/>
              <a:t>debut</a:t>
            </a:r>
            <a:r>
              <a:rPr lang="fr-FR" dirty="0" smtClean="0"/>
              <a:t> du flux HTML à convertir</a:t>
            </a:r>
          </a:p>
          <a:p>
            <a:pPr>
              <a:buNone/>
            </a:pPr>
            <a:r>
              <a:rPr lang="fr-FR" dirty="0" smtClean="0"/>
              <a:t>…………………………………..</a:t>
            </a:r>
          </a:p>
          <a:p>
            <a:pPr>
              <a:buNone/>
            </a:pPr>
            <a:r>
              <a:rPr lang="fr-FR" dirty="0" smtClean="0"/>
              <a:t>3 $content=</a:t>
            </a:r>
            <a:r>
              <a:rPr lang="fr-FR" dirty="0" err="1" smtClean="0"/>
              <a:t>ob_get_clean</a:t>
            </a:r>
            <a:r>
              <a:rPr lang="fr-FR" dirty="0" smtClean="0"/>
              <a:t>();// fin du flux HTML</a:t>
            </a:r>
          </a:p>
          <a:p>
            <a:pPr>
              <a:buNone/>
            </a:pPr>
            <a:r>
              <a:rPr lang="fr-FR" dirty="0" smtClean="0"/>
              <a:t>$html2pdf = new HTML2PDF('P','A4','</a:t>
            </a:r>
            <a:r>
              <a:rPr lang="fr-FR" dirty="0" err="1" smtClean="0"/>
              <a:t>fr</a:t>
            </a:r>
            <a:r>
              <a:rPr lang="fr-FR" dirty="0" smtClean="0"/>
              <a:t>');</a:t>
            </a:r>
          </a:p>
          <a:p>
            <a:pPr>
              <a:buNone/>
            </a:pPr>
            <a:r>
              <a:rPr lang="fr-FR" dirty="0" smtClean="0"/>
              <a:t> $html2pdf-&gt;</a:t>
            </a:r>
            <a:r>
              <a:rPr lang="fr-FR" dirty="0" err="1" smtClean="0"/>
              <a:t>WriteHTML</a:t>
            </a:r>
            <a:r>
              <a:rPr lang="fr-FR" dirty="0" smtClean="0"/>
              <a:t>($content);</a:t>
            </a:r>
          </a:p>
          <a:p>
            <a:pPr>
              <a:buNone/>
            </a:pPr>
            <a:r>
              <a:rPr lang="fr-FR" dirty="0" smtClean="0"/>
              <a:t> $html2pdf-&gt;Output('exemple.pdf');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Facture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16</a:t>
            </a:fld>
            <a:endParaRPr lang="fr-FR"/>
          </a:p>
        </p:txBody>
      </p:sp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285860"/>
            <a:ext cx="6889104" cy="5353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4348" y="3214686"/>
            <a:ext cx="7772400" cy="1143000"/>
          </a:xfrm>
        </p:spPr>
        <p:txBody>
          <a:bodyPr/>
          <a:lstStyle/>
          <a:p>
            <a:r>
              <a:rPr lang="fr-FR" sz="6600" dirty="0" smtClean="0"/>
              <a:t>Admin</a:t>
            </a:r>
            <a:endParaRPr lang="fr-FR" sz="6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17</a:t>
            </a:fld>
            <a:endParaRPr lang="fr-FR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857232"/>
            <a:ext cx="2143140" cy="2400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index_Categories.php</a:t>
            </a:r>
            <a:br>
              <a:rPr lang="fr-FR" dirty="0" smtClean="0"/>
            </a:br>
            <a:r>
              <a:rPr lang="fr-FR" dirty="0" smtClean="0"/>
              <a:t>(Modifier/Supprimer)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18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143116"/>
            <a:ext cx="8143900" cy="3740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Insertcateg.php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19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928802"/>
            <a:ext cx="8084186" cy="4371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Page accueil_admin.php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20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785926"/>
            <a:ext cx="8515995" cy="4395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Page insert.php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21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643050"/>
            <a:ext cx="8457349" cy="451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Page view.php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22</a:t>
            </a:fld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857364"/>
            <a:ext cx="8286776" cy="4311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Page delete.php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23</a:t>
            </a:fld>
            <a:endParaRPr lang="fr-F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214554"/>
            <a:ext cx="7867171" cy="3233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Page update.php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24</a:t>
            </a:fld>
            <a:endParaRPr lang="fr-F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643050"/>
            <a:ext cx="7929586" cy="4575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Reservation</a:t>
            </a:r>
            <a:r>
              <a:rPr lang="fr-FR" dirty="0" smtClean="0"/>
              <a:t> de billets en Ligne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25</a:t>
            </a:fld>
            <a:endParaRPr lang="fr-F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9013" y="1428736"/>
            <a:ext cx="8207829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66923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Diagramme use case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26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571744"/>
            <a:ext cx="1085850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1" name="Connecteur droit avec flèche 20"/>
          <p:cNvCxnSpPr/>
          <p:nvPr/>
        </p:nvCxnSpPr>
        <p:spPr>
          <a:xfrm flipV="1">
            <a:off x="1214414" y="2143116"/>
            <a:ext cx="1357322" cy="8572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lipse 21"/>
          <p:cNvSpPr/>
          <p:nvPr/>
        </p:nvSpPr>
        <p:spPr>
          <a:xfrm>
            <a:off x="2643174" y="1571612"/>
            <a:ext cx="3571900" cy="10001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Consulter les trajets (Recherche)</a:t>
            </a:r>
            <a:endParaRPr lang="fr-FR" dirty="0"/>
          </a:p>
        </p:txBody>
      </p:sp>
      <p:cxnSp>
        <p:nvCxnSpPr>
          <p:cNvPr id="24" name="Connecteur droit avec flèche 23"/>
          <p:cNvCxnSpPr/>
          <p:nvPr/>
        </p:nvCxnSpPr>
        <p:spPr>
          <a:xfrm>
            <a:off x="1357290" y="3357562"/>
            <a:ext cx="135732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lipse 26"/>
          <p:cNvSpPr/>
          <p:nvPr/>
        </p:nvSpPr>
        <p:spPr>
          <a:xfrm>
            <a:off x="2786050" y="2857496"/>
            <a:ext cx="3429024" cy="1071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Inscription</a:t>
            </a:r>
            <a:endParaRPr lang="fr-FR" dirty="0"/>
          </a:p>
        </p:txBody>
      </p:sp>
      <p:cxnSp>
        <p:nvCxnSpPr>
          <p:cNvPr id="31" name="Connecteur droit avec flèche 30"/>
          <p:cNvCxnSpPr/>
          <p:nvPr/>
        </p:nvCxnSpPr>
        <p:spPr>
          <a:xfrm>
            <a:off x="1285852" y="3714752"/>
            <a:ext cx="1214446" cy="4286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lipse 31"/>
          <p:cNvSpPr/>
          <p:nvPr/>
        </p:nvSpPr>
        <p:spPr>
          <a:xfrm>
            <a:off x="2428860" y="4071942"/>
            <a:ext cx="3571900" cy="10715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Reservation</a:t>
            </a:r>
            <a:r>
              <a:rPr lang="fr-FR" dirty="0" smtClean="0"/>
              <a:t> En Ligne</a:t>
            </a:r>
            <a:endParaRPr lang="fr-FR" dirty="0"/>
          </a:p>
        </p:txBody>
      </p:sp>
      <p:cxnSp>
        <p:nvCxnSpPr>
          <p:cNvPr id="39" name="Connecteur droit 38"/>
          <p:cNvCxnSpPr/>
          <p:nvPr/>
        </p:nvCxnSpPr>
        <p:spPr>
          <a:xfrm>
            <a:off x="6143636" y="4500570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>
          <a:xfrm>
            <a:off x="6572264" y="4500570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/>
          <p:cNvCxnSpPr/>
          <p:nvPr/>
        </p:nvCxnSpPr>
        <p:spPr>
          <a:xfrm>
            <a:off x="6929454" y="4500570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lipse 45"/>
          <p:cNvSpPr/>
          <p:nvPr/>
        </p:nvSpPr>
        <p:spPr>
          <a:xfrm>
            <a:off x="7000892" y="4429132"/>
            <a:ext cx="2143108" cy="7858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Authentification</a:t>
            </a:r>
            <a:endParaRPr lang="fr-FR" dirty="0"/>
          </a:p>
        </p:txBody>
      </p:sp>
      <p:sp>
        <p:nvSpPr>
          <p:cNvPr id="48" name="Rectangle 47"/>
          <p:cNvSpPr/>
          <p:nvPr/>
        </p:nvSpPr>
        <p:spPr>
          <a:xfrm>
            <a:off x="6143636" y="4214818"/>
            <a:ext cx="928694" cy="2143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include</a:t>
            </a:r>
            <a:endParaRPr lang="fr-FR" dirty="0"/>
          </a:p>
        </p:txBody>
      </p:sp>
      <p:sp>
        <p:nvSpPr>
          <p:cNvPr id="49" name="Rectangle 48"/>
          <p:cNvSpPr/>
          <p:nvPr/>
        </p:nvSpPr>
        <p:spPr>
          <a:xfrm>
            <a:off x="214282" y="3714752"/>
            <a:ext cx="928694" cy="285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visiteur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7475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FB62-00FB-47AF-8468-6E513D457B45}" type="slidenum">
              <a:rPr lang="fr-FR" smtClean="0"/>
              <a:pPr>
                <a:defRPr/>
              </a:pPr>
              <a:t>27</a:t>
            </a:fld>
            <a:endParaRPr lang="fr-FR"/>
          </a:p>
        </p:txBody>
      </p:sp>
      <p:pic>
        <p:nvPicPr>
          <p:cNvPr id="6" name="Imag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857232"/>
            <a:ext cx="7072362" cy="5143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5135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64190</TotalTime>
  <Words>179</Words>
  <Application>Microsoft Office PowerPoint</Application>
  <PresentationFormat>Affichage à l'écran (4:3)</PresentationFormat>
  <Paragraphs>77</Paragraphs>
  <Slides>27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28" baseType="lpstr">
      <vt:lpstr>Capitaux</vt:lpstr>
      <vt:lpstr>Atelier 14 Burger_Code</vt:lpstr>
      <vt:lpstr>Base de données</vt:lpstr>
      <vt:lpstr>Diagramme use case</vt:lpstr>
      <vt:lpstr>Visiteur</vt:lpstr>
      <vt:lpstr>Acc.php</vt:lpstr>
      <vt:lpstr>Menu.php</vt:lpstr>
      <vt:lpstr>Integrer le plugin jquery(Zoombox)</vt:lpstr>
      <vt:lpstr>Login.php</vt:lpstr>
      <vt:lpstr>Inscription.php</vt:lpstr>
      <vt:lpstr>Gestion du Panier</vt:lpstr>
      <vt:lpstr>Présentation PowerPoint</vt:lpstr>
      <vt:lpstr>Présentation PowerPoint</vt:lpstr>
      <vt:lpstr>Transaction valider</vt:lpstr>
      <vt:lpstr>HTML2PDF</vt:lpstr>
      <vt:lpstr>Présentation PowerPoint</vt:lpstr>
      <vt:lpstr>Facture</vt:lpstr>
      <vt:lpstr>Admin</vt:lpstr>
      <vt:lpstr>index_Categories.php (Modifier/Supprimer)</vt:lpstr>
      <vt:lpstr>Insertcateg.php</vt:lpstr>
      <vt:lpstr>Page accueil_admin.php</vt:lpstr>
      <vt:lpstr>Page insert.php</vt:lpstr>
      <vt:lpstr>Page view.php</vt:lpstr>
      <vt:lpstr>Page delete.php</vt:lpstr>
      <vt:lpstr>Page update.php</vt:lpstr>
      <vt:lpstr>Reservation de billets en Ligne </vt:lpstr>
      <vt:lpstr>Diagramme use case</vt:lpstr>
      <vt:lpstr>Présentation PowerPoint</vt:lpstr>
    </vt:vector>
  </TitlesOfParts>
  <Company>ofppt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Programmation des sites web dynamiques (PHP MySQL)</dc:title>
  <dc:creator>karim</dc:creator>
  <cp:lastModifiedBy>Admin</cp:lastModifiedBy>
  <cp:revision>655</cp:revision>
  <dcterms:created xsi:type="dcterms:W3CDTF">2010-10-12T17:17:41Z</dcterms:created>
  <dcterms:modified xsi:type="dcterms:W3CDTF">2026-05-19T13:00:27Z</dcterms:modified>
</cp:coreProperties>
</file>